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5"/>
  </p:notesMasterIdLst>
  <p:sldIdLst>
    <p:sldId id="256" r:id="rId4"/>
  </p:sldIdLst>
  <p:sldSz cx="914400" cy="914400" type="custom"/>
  <p:notesSz cx="6858000" cy="9144000"/>
  <p:defaultTextStyle>
    <a:def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6357042" d="6619190"/>
          <a:sy n="6029427" d="7077989"/>
        </p:scale>
        <p:origin x="4522052" y="4325471"/>
      </p:cViewPr>
      <p:guideLst>
        <p:guide pos="288"/>
        <p:guide pos="288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094150-1989-E921-3597-DBECC3E768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dr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page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527127" name=""/>
          <p:cNvSpPr txBox="1"/>
          <p:nvPr/>
        </p:nvSpPr>
        <p:spPr bwMode="auto">
          <a:xfrm>
            <a:off x="0" y="0"/>
            <a:ext cx="809948" cy="232185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>
            <a:sp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u="none">
                <a:solidFill>
                  <a:srgbClr val="EEEEEE"/>
                </a:solidFill>
                <a:latin typeface="Liberation Sans"/>
                <a:cs typeface="Liberation Sans"/>
              </a:rPr>
              <a:t>Calendário</a:t>
            </a:r>
            <a:endParaRPr/>
          </a:p>
        </p:txBody>
      </p:sp>
      <p:sp>
        <p:nvSpPr>
          <p:cNvPr id="442072538" name=""/>
          <p:cNvSpPr txBox="1"/>
          <p:nvPr/>
        </p:nvSpPr>
        <p:spPr bwMode="auto">
          <a:xfrm>
            <a:off x="410013" y="66594"/>
            <a:ext cx="180743" cy="24275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89993" tIns="44996" rIns="89993" bIns="44996">
            <a:sp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adrão">
  <a:themeElements>
    <a:clrScheme name="Padrã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drão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adrão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adrão">
  <a:themeElements>
    <a:clrScheme name="Padrã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adrão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modified xsi:type="dcterms:W3CDTF">2025-11-13T17:33:17Z</dcterms:modified>
</cp:coreProperties>
</file>