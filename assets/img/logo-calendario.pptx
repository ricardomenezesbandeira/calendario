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5"/>
  </p:notesMasterIdLst>
  <p:sldIdLst>
    <p:sldId id="256" r:id="rId4"/>
  </p:sldIdLst>
  <p:sldSz cx="914400" cy="914400" type="custom"/>
  <p:notesSz cx="6858000" cy="9144000"/>
  <p:defaultTextStyle>
    <a:defPPr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6553656" d="3473507"/>
          <a:sy n="6553705" d="7078003"/>
        </p:scale>
        <p:origin x="4587572" y="6029382"/>
      </p:cViewPr>
      <p:guideLst>
        <p:guide pos="288"/>
        <p:guide pos="288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511589-455D-3F7D-0B15-5DC3BFC351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Padr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page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499610" name=""/>
          <p:cNvSpPr txBox="1"/>
          <p:nvPr/>
        </p:nvSpPr>
        <p:spPr bwMode="auto">
          <a:xfrm>
            <a:off x="0" y="0"/>
            <a:ext cx="724274" cy="219226"/>
          </a:xfrm>
          <a:prstGeom prst="rect">
            <a:avLst/>
          </a:prstGeom>
          <a:noFill/>
          <a:ln>
            <a:noFill/>
          </a:ln>
          <a:effectLst/>
        </p:spPr>
        <p:txBody>
          <a:bodyPr lIns="89993" tIns="44996" rIns="89993" bIns="44996">
            <a:spAutoFit/>
          </a:bodyPr>
          <a:lstStyle/>
          <a:p>
            <a:pPr marL="0" marR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800" u="none">
                <a:latin typeface="Liberation Sans"/>
                <a:cs typeface="Liberation Sans"/>
              </a:rPr>
              <a:t>Calendário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adrão">
  <a:themeElements>
    <a:clrScheme name="Padrã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drão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Padrão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120000"/>
                <a:sat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miter lim="800000"/>
        </a:ln>
        <a:ln w="12700" cap="flat" cmpd="sng" algn="ctr">
          <a:solidFill>
            <a:schemeClr val="phClr"/>
          </a:solidFill>
          <a:miter lim="800000"/>
        </a:ln>
        <a:ln w="1905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Padrão">
  <a:themeElements>
    <a:clrScheme name="Padrã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Padrão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satMod val="103000"/>
                <a:tint val="94000"/>
              </a:schemeClr>
            </a:gs>
            <a:gs pos="50000">
              <a:schemeClr val="phClr">
                <a:lumMod val="100000"/>
                <a:satMod val="110000"/>
                <a:shade val="100000"/>
              </a:schemeClr>
            </a:gs>
            <a:gs pos="100000">
              <a:schemeClr val="phClr">
                <a:lumMod val="120000"/>
                <a:sat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miter lim="800000"/>
        </a:ln>
        <a:ln w="12700" cap="flat" cmpd="sng" algn="ctr">
          <a:solidFill>
            <a:schemeClr val="phClr"/>
          </a:solidFill>
          <a:miter lim="800000"/>
        </a:ln>
        <a:ln w="19050" cap="flat" cmpd="sng" algn="ctr">
          <a:solidFill>
            <a:schemeClr val="phClr"/>
          </a:solidFill>
          <a:miter lim="800000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lumMod val="102000"/>
                <a:satMod val="150000"/>
                <a:tint val="93000"/>
                <a:shade val="98000"/>
              </a:schemeClr>
            </a:gs>
            <a:gs pos="50000">
              <a:schemeClr val="phClr">
                <a:lumMod val="103000"/>
                <a:satMod val="130000"/>
                <a:tint val="98000"/>
                <a:shade val="90000"/>
              </a:schemeClr>
            </a:gs>
            <a:gs pos="100000">
              <a:schemeClr val="phClr">
                <a:satMod val="120000"/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ONLYOFFICE/9.1.0.167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</cp:revision>
  <dcterms:modified xsi:type="dcterms:W3CDTF">2025-11-13T17:32:52Z</dcterms:modified>
</cp:coreProperties>
</file>